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21" name="Google Shape;21;p3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33" name="Google Shape;33;p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4" name="Google Shape;54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10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5" name="Google Shape;65;p10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6" name="Google Shape;66;p1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0" name="Google Shape;70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3" name="Google Shape;73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" name="Google Shape;78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Fall Detection using 24 Ghz MM wave radar sensor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670313" y="268496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297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-GB" sz="1297"/>
              <a:t>Akash Jena</a:t>
            </a:r>
            <a:endParaRPr sz="1297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2286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      </a:t>
            </a: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Detect and classify human activities (Sitting, Standing, Walking, Falling) to identify fall-prone behaviors using radar data.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Used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Seeed Studio 24GHz mmWave Sensor (MR24D11C10)</a:t>
            </a: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Detects movement and presence.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XIAO BLE Sense Board</a:t>
            </a: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Microcontroller used to read sensor data.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 Card Module</a:t>
            </a: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Used to log raw radar data for training.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Approach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raw byte data from the radar sensor.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a 1D CNN model to classify activities based on those bytes.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idx="4294967295"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                                          </a:t>
            </a: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625" y="1418700"/>
            <a:ext cx="3395448" cy="230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3175" y="1418700"/>
            <a:ext cx="4780824" cy="20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000"/>
              <a:buNone/>
            </a:pPr>
            <a:r>
              <a:rPr b="1" lang="en-GB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Data Collection</a:t>
            </a:r>
            <a:endParaRPr b="1" sz="2700"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Sensor Output Details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radar frame outputs bytes representing various features.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at index 4 (Presence byte) and 8 (energy signal byte) selected for training (2 features per timestep).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Arduino Logging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Radar bytes collected and logged to SD card via serial interface.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Sampling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300 samples per class initially collected (Sitting, Standing, Walking).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sample consists of a fixed number of timesteps.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000"/>
              <a:buNone/>
            </a:pPr>
            <a:r>
              <a:rPr b="1" lang="en-GB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Preprocessing Steps</a:t>
            </a:r>
            <a:endParaRPr sz="2700"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311700" y="8273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Hex to Int Conversion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Raw bytes are in hexadecimal format and converted to integers.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Activity Labeling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Sitting: Label 0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Standing: Label 1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Walking: Label 2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Reshape for CNN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 shape: (samples, timesteps, 2 features)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Normalization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features normalized to ensure stable training.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000"/>
              <a:buNone/>
            </a:pPr>
            <a:r>
              <a:rPr b="1" lang="en-GB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Model Architecture</a:t>
            </a:r>
            <a:endParaRPr sz="2700"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311700" y="85832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Type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1D Convolutional Neural Network (CNN)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Layer Breakdown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Conv1D Layer</a:t>
            </a: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Captures temporal features across byte sequences.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MaxPooling1D</a:t>
            </a: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Reduces dimensionality and computation.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Flatten Layer</a:t>
            </a: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Converts output to 1D vector.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Dense (ReLU)</a:t>
            </a: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Learns complex patterns.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Dense (Softmax)</a:t>
            </a: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Predicts class probabilities.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Setup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Loss Function: Categorical Crossentropy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Optimizer: Adam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 Metric Used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000"/>
              <a:buNone/>
            </a:pPr>
            <a:r>
              <a:rPr b="1" lang="en-GB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Experiment 1 - Imbalanced Data</a:t>
            </a:r>
            <a:endParaRPr sz="2700"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311700" y="682900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Distribution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Sitting: 120 samples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Standing: 120 samples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Walking: 300 samples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80% Training, 20% Testing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Achieved 98% accuracy on test set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biased towards walking due to class imbalance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Overfitting likely due to small sample size for Sitting/Standing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/>
          </a:p>
        </p:txBody>
      </p:sp>
      <p:pic>
        <p:nvPicPr>
          <p:cNvPr id="124" name="Google Shape;1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2596" y="1322775"/>
            <a:ext cx="2459878" cy="228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000"/>
              <a:buNone/>
            </a:pPr>
            <a:r>
              <a:rPr b="1" lang="en-GB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Experiment 2 - Balanced Data </a:t>
            </a:r>
            <a:endParaRPr sz="2700"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311700" y="672550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Balanced Class Distribution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300 samples each for Sitting, Standing, and Walking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80% Training, 20% Testing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 dropped to 85%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Better data balance but poor generalization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may need more data or tuning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/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8975" y="1017803"/>
            <a:ext cx="2519625" cy="232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000"/>
              <a:buNone/>
            </a:pPr>
            <a:r>
              <a:rPr b="1" lang="en-GB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Analysis and Next Steps</a:t>
            </a:r>
            <a:endParaRPr sz="2700"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311700" y="6622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Balanced data gives realistic accuracy.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 drop indicates model needs improvement.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Problems Identified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 training samples (only 300/class)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Radar bytes used might not be optimal features.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 1000 samples/class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Divide each class into: 800 training, 100 validation, 100 testing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Tune model using validation data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Try alternate models (LSTM, 2D CNN)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 data smoothing or filtering techniques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000"/>
              <a:buNone/>
            </a:pPr>
            <a:r>
              <a:rPr b="1" lang="en-GB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Conclusion</a:t>
            </a:r>
            <a:endParaRPr sz="2700"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311700" y="641600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Achievements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Successfully implemented basic activity classification using radar and 1D CNN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Challenges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 varies significantly with dataset balance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Planned Improvements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Expand dataset for robustness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Experiment with different byte selections and models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 validation techniques for better generalization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idx="4294967295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3700">
                <a:solidFill>
                  <a:schemeClr val="dk1"/>
                </a:solidFill>
              </a:rPr>
              <a:t>                              </a:t>
            </a:r>
            <a:endParaRPr sz="3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-GB" sz="3700">
                <a:solidFill>
                  <a:schemeClr val="dk1"/>
                </a:solidFill>
              </a:rPr>
              <a:t>                          THANK YOU</a:t>
            </a:r>
            <a:endParaRPr sz="3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3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